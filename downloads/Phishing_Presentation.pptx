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&amp; Preventing Phishing Attacks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quick guide to spotting and stopping phishing scams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 is a cyber attack that uses disguised emails or messages to trick users.</a:t>
            </a:r>
          </a:p>
          <a:p>
            <a:r>
              <a:t>Goal: Steal sensitive data like login credentials or financial information.</a:t>
            </a:r>
          </a:p>
          <a:p>
            <a:r>
              <a:t>Often impersonates trusted sources such as banks, companies, or government entities.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Phishing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Phishing – Fake emails with malicious links or attachments.</a:t>
            </a:r>
          </a:p>
          <a:p>
            <a:r>
              <a:t>Spear Phishing – Targeted attacks using personal information.</a:t>
            </a:r>
          </a:p>
          <a:p>
            <a:r>
              <a:t>Smishing – Text message-based phishing.</a:t>
            </a:r>
          </a:p>
          <a:p>
            <a:r>
              <a:t>Vishing – Voice calls pretending to be from legitimate organizations.</a:t>
            </a:r>
          </a:p>
          <a:p>
            <a:r>
              <a:t>Pharming – Redirecting users to fake websites.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Compromised user accounts and identity theft.</a:t>
            </a:r>
          </a:p>
          <a:p>
            <a:r>
              <a:t>Data breaches affecting millions of users.</a:t>
            </a:r>
          </a:p>
          <a:p>
            <a:r>
              <a:t>Financial losses for individuals and organizations.</a:t>
            </a:r>
          </a:p>
          <a:p>
            <a:r>
              <a:t>Loss of customer trust and reputational damage.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Identify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Suspicious sender address or generic greetings.</a:t>
            </a:r>
          </a:p>
          <a:p>
            <a:r>
              <a:t>Unexpected attachments or urgent language.</a:t>
            </a:r>
          </a:p>
          <a:p>
            <a:r>
              <a:t>Mismatched URLs when hovering over links.</a:t>
            </a:r>
          </a:p>
          <a:p>
            <a:r>
              <a:t>Poor grammar, spelling mistakes, or odd formatting.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multi-factor authentication (MFA).</a:t>
            </a:r>
          </a:p>
          <a:p>
            <a:r>
              <a:t>Keep software and antivirus updated.</a:t>
            </a:r>
          </a:p>
          <a:p>
            <a:r>
              <a:t>Train employees and raise awareness.</a:t>
            </a:r>
          </a:p>
          <a:p>
            <a:r>
              <a:t>Use email filtering and anti-phishing tools.</a:t>
            </a:r>
          </a:p>
          <a:p>
            <a:r>
              <a:t>Verify suspicious messages via known contact channels.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Do If You Suspect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click on any links or attachments.</a:t>
            </a:r>
          </a:p>
          <a:p>
            <a:r>
              <a:t>Report the message to IT or the relevant authority.</a:t>
            </a:r>
          </a:p>
          <a:p>
            <a:r>
              <a:t>Run an antivirus scan on your device.</a:t>
            </a:r>
          </a:p>
          <a:p>
            <a:r>
              <a:t>Change any potentially compromised passwords.</a:t>
            </a:r>
          </a:p>
          <a:p>
            <a:r>
              <a:t>Inform affected contacts or colleagues.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