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oppins Semi-Bold" panose="020B0604020202020204" charset="0"/>
      <p:regular r:id="rId11"/>
    </p:embeddedFon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phishing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81295" y="3409849"/>
            <a:ext cx="14108632" cy="5474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endParaRPr dirty="0">
              <a:latin typeface="Poppins Semi-Bold" panose="020B0604020202020204" charset="0"/>
              <a:cs typeface="Poppins Semi-Bold" panose="020B0604020202020204" charset="0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 panose="020B0604020202020204" charset="0"/>
                <a:ea typeface="Poppins Semi-Bold"/>
                <a:cs typeface="Poppins Semi-Bold" panose="020B0604020202020204" charset="0"/>
                <a:sym typeface="Poppins Semi-Bold"/>
              </a:rPr>
              <a:t>•Problem Statement Title - </a:t>
            </a:r>
            <a:r>
              <a:rPr lang="en-US" sz="3000" b="1" dirty="0">
                <a:latin typeface="Poppins Semi-Bold" panose="020B0604020202020204" charset="0"/>
                <a:cs typeface="Poppins Semi-Bold" panose="020B0604020202020204" charset="0"/>
              </a:rPr>
              <a:t>Phishing Detection &amp; Awareness Tool</a:t>
            </a:r>
            <a:r>
              <a:rPr lang="en-US" sz="3000" dirty="0">
                <a:latin typeface="Poppins Semi-Bold" panose="020B0604020202020204" charset="0"/>
                <a:cs typeface="Poppins Semi-Bold" panose="020B0604020202020204" charset="0"/>
              </a:rPr>
              <a:t>.</a:t>
            </a:r>
            <a:endParaRPr lang="en-US" sz="2997" b="1" dirty="0">
              <a:solidFill>
                <a:srgbClr val="000000"/>
              </a:solidFill>
              <a:latin typeface="Poppins Semi-Bold" panose="020B0604020202020204" charset="0"/>
              <a:ea typeface="Poppins Semi-Bold"/>
              <a:cs typeface="Poppins Semi-Bold" panose="020B0604020202020204" charset="0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 panose="020B0604020202020204" charset="0"/>
                <a:ea typeface="Poppins Semi-Bold"/>
                <a:cs typeface="Poppins Semi-Bold" panose="020B0604020202020204" charset="0"/>
                <a:sym typeface="Poppins Semi-Bold"/>
              </a:rPr>
              <a:t>•Theme – Cyber Security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 panose="020B0604020202020204" charset="0"/>
                <a:ea typeface="Poppins Semi-Bold"/>
                <a:cs typeface="Poppins Semi-Bold" panose="020B0604020202020204" charset="0"/>
                <a:sym typeface="Poppins Semi-Bold"/>
              </a:rPr>
              <a:t>•Team ID – SK VAL24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 panose="020B0604020202020204" charset="0"/>
                <a:ea typeface="Poppins Semi-Bold"/>
                <a:cs typeface="Poppins Semi-Bold" panose="020B0604020202020204" charset="0"/>
                <a:sym typeface="Poppins Semi-Bold"/>
              </a:rPr>
              <a:t>•Team Name (Registered on Website) - Valhalla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 panose="020B0604020202020204" charset="0"/>
                <a:ea typeface="Poppins Semi-Bold"/>
                <a:cs typeface="Poppins Semi-Bold" panose="020B0604020202020204" charset="0"/>
                <a:sym typeface="Poppins Semi-Bold"/>
              </a:rPr>
              <a:t>•Participant Names – Sk. Aamir(Team Lead), MD. Muzammil Ahmed, V. Karthik Reddy, Monish Raj.</a:t>
            </a:r>
          </a:p>
          <a:p>
            <a:pPr algn="just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 panose="020B0604020202020204" charset="0"/>
              <a:ea typeface="Poppins Semi-Bold"/>
              <a:cs typeface="Poppins Semi-Bold" panose="020B0604020202020204" charset="0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4076" y="1951437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922996" y="2111473"/>
            <a:ext cx="589810" cy="562162"/>
            <a:chOff x="0" y="0"/>
            <a:chExt cx="812800" cy="774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036" y="1018927"/>
            <a:ext cx="6988739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672" y="1093341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8958" y="2058082"/>
            <a:ext cx="12496443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Browser-based Phishing Prevention Platform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33074" y="3584257"/>
            <a:ext cx="13779852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What’s the Big Idea?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trick people every day — sometimes with just one click.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web-based tool that helps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phishing links and learn how to stay safe.</a:t>
            </a:r>
          </a:p>
          <a:p>
            <a:pPr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it special?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doesn’t need installation or logins.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entirely in your browser.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teaches you while protecting you.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like a cyber bodyguard that also trains you to fight 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600" y="1079106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  <a:endParaRPr lang="en-US" sz="2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24828" y="2504462"/>
            <a:ext cx="14234372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Built It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HTML, CSS, and JavaScript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backend, no database. Just speed and simplicity.</a:t>
            </a:r>
          </a:p>
          <a:p>
            <a:pPr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paste a suspicious link.</a:t>
            </a:r>
          </a:p>
          <a:p>
            <a:pPr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for red flags (like shady domains or impersonations).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configured, it also uses Google’s Safe Browsing API.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get a clear result — plus tips to stay safer next time.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added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quiz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tip-saving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dashboard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because we believe learning should be part of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2" y="1079106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3074" y="2467870"/>
            <a:ext cx="13477908" cy="6229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this actually work? Definitely.</a:t>
            </a: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directly in any modern browser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sign-up, no servers, no cost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offline after loading once</a:t>
            </a:r>
          </a:p>
          <a:p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had to overcome:</a:t>
            </a: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complex detection simple to understand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Staying effective even without an API key</a:t>
            </a:r>
          </a:p>
          <a:p>
            <a:pPr>
              <a:buNone/>
            </a:pP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solved it:</a:t>
            </a: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local detection engine with patterns used by real attackers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the UI clean and beginner-friendly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2" y="1126535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7396" y="2504462"/>
            <a:ext cx="13993208" cy="5663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368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Matters</a:t>
            </a:r>
            <a:b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people fall for phishing because no one ever taught them how to recognize it.</a:t>
            </a:r>
          </a:p>
          <a:p>
            <a:pPr>
              <a:buNone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8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personal trainer for your cyber instincts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tool that helps people learn by doing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solution accessible to anyone, anywhere — students, teachers, remote workers, families</a:t>
            </a:r>
          </a:p>
          <a:p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best part? It’s free and works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2" y="1079106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39322" y="2580941"/>
            <a:ext cx="12809355" cy="453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learned from the best: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Safe Browsing API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OWASP’s phishing detection guidelines</a:t>
            </a:r>
            <a:b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 (NIST)</a:t>
            </a:r>
            <a:b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 security blogs and awareness sites like </a:t>
            </a:r>
            <a:r>
              <a:rPr lang="en-IN" sz="368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phishing.org</a:t>
            </a:r>
            <a:endParaRPr lang="en-IN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1126535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17901" y="2751025"/>
            <a:ext cx="13494567" cy="566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had more time or funding, we’d love to:</a:t>
            </a:r>
          </a:p>
          <a:p>
            <a:pPr>
              <a:buNone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extension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 for instant link scanning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AI/NLP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scan email content and flag fake messages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teachers or teams to track awareness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trending phishing threats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15463" y="927202"/>
            <a:ext cx="8857072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(IF APPLICABLE)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2" y="1126535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3074" y="3080805"/>
            <a:ext cx="16448750" cy="509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show you how it works:</a:t>
            </a:r>
          </a:p>
          <a:p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Paste a URL — get instant feedback and risk level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quiz — learn to spot phishing in real-life situations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the dashboard — check your security score and history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yes, you can even 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your favorite tips!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2" y="1126535"/>
            <a:ext cx="142422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Valhalla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3074" y="2671631"/>
            <a:ext cx="12730726" cy="566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are smart — but now, you can be smarter.</a:t>
            </a:r>
            <a:b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detection and learning simple, fast, and even fun.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to the </a:t>
            </a:r>
            <a:r>
              <a:rPr lang="en-US" sz="368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CodeMania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organizers and mentors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this amazing platform to turn awareness into action.</a:t>
            </a:r>
          </a:p>
          <a:p>
            <a:pPr algn="just"/>
            <a:endParaRPr lang="en-US" sz="3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</a:t>
            </a:r>
            <a:r>
              <a:rPr lang="en-US" sz="36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Valhalla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we hope </a:t>
            </a:r>
            <a:r>
              <a:rPr lang="en-US" sz="36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PhishGuard</a:t>
            </a:r>
            <a:r>
              <a:rPr lang="en-US" sz="3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your cyber sidekick.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754</Words>
  <Application>Microsoft Office PowerPoint</Application>
  <PresentationFormat>Custom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Poppins Semi-Bold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dc:creator>lenovo</dc:creator>
  <cp:lastModifiedBy>Mohammed Sohel</cp:lastModifiedBy>
  <cp:revision>3</cp:revision>
  <dcterms:created xsi:type="dcterms:W3CDTF">2006-08-16T00:00:00Z</dcterms:created>
  <dcterms:modified xsi:type="dcterms:W3CDTF">2025-04-30T09:58:57Z</dcterms:modified>
  <dc:identifier>DAGmCImH0yY</dc:identifier>
</cp:coreProperties>
</file>